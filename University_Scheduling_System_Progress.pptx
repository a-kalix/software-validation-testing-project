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</a:rPr>
              <a:t>UNIVERSITY SCHEDULING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94A3B8"/>
                </a:solidFill>
              </a:rPr>
              <a:t>PROGRESS &amp; VALIDATION REPORT</a:t>
            </a: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601968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Project Validation Report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anashbat/.gemini/antigravity/brain/51bec40f-f330-4007-924c-3635827d2836/university_campus_minimalist_177882959308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Development Collaboration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Project Leadership &amp; Admin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Fulya H. Aykıt (Project Admin)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Ahmed Khalil (Technical Lead)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Antigravity AI (Engineering Assistant)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914400"/>
            <a:ext cx="5486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09728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Development Contributors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Al-Hakeem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mirsat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Kübra Laçin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Serenat Varol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Tolga Topçu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Milestones &amp; Current State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Infrastructure Complete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Production-hardened .NET 8 Web API backend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Semantic React frontend with centralized design system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SQLite database with fully synchronized migrations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Robust JWT-based Role-Based Access Control (RBAC)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91440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09728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Feature Parity Achieved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Admin: Full Course, Room, and Department CRUD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Instructor: Dedicated Class Rosters &amp; Scheduling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Student: Real-time Section Enrollment &amp; Scheduling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Automated Scheduling Engine &amp; Publishing Pipeline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Architectural Repository Structure</a:t>
            </a:r>
            <a:endParaRPr lang="en-US" sz="2800" dirty="0"/>
          </a:p>
        </p:txBody>
      </p:sp>
      <p:pic>
        <p:nvPicPr>
          <p:cNvPr id="3" name="Image 0" descr="/Users/linanashbat/.gemini/antigravity/brain/51bec40f-f330-4007-924c-3635827d2836/system_architecture_abstract_177882960742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914400"/>
            <a:ext cx="3931920" cy="530352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68580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Backend Layer (.NET 8)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/Controllers: Business logic &amp; RBAC enforcement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/Models: Entity definitions (User, Course, Section, Room)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/Data: DbContext &amp; Migration history
</a:t>
            </a:r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Frontend Layer (React)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/services: Axios clients &amp; interceptors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/pages: Role-specific portals (Login, Dashboard, Catalog)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/components: Reusable semantic UI elements
</a:t>
            </a:r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Testing Suites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/Backend.Tests: 81 Unit/Integration tests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/Backend.Tests.UI: 20 Selenium E2E tests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Deep Traceability: Enrollment Controller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27432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Case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File 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Method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Lines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Enroll_ReturnsCreated_WhenValid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78-132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Enroll_ReturnsConflict_Duplicate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L141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94-100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Enroll_ReturnsBadRequest_Draft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L166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90-91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Enroll_Succeeds_Capacity_BVA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L185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103-105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Enroll_Unprocessable_PrereqMissing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L243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108-116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GetAll_Student_Ownership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L342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42-46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UpdateStatus_Valid_EP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L402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UpdateStatus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135-161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Delete_ReturnsNoContent_Admin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165-173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Deep Traceability: Scheduling &amp; Orchestration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27432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Case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File 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Method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Lines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RunScheduler_ReturnsOk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RunAutoScheduler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27-121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RunScheduler_PreservesPublished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RunAutoScheduler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50-52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RunScheduler_ClearsDrafts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L151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RunAutoScheduler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30-35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Publish_ReturnsOk_SetsIsPublished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L240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PublishSchedule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124-146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GetStatus_ReturnsDraft_State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L284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GetSemesterStatus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160-167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GetStatus_ReturnsPartial_Mixed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L326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GetSemesterStatus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160-167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GetStatus_IgnoresOtherSemesters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L360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GetSemesterStatus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151-153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Deep Traceability: Core Academic Logic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27432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Case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File 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Method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Lines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HasTimeConflictAsync_Overlapping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L607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HasTimeConflictAsync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245-263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HasInstructorConflict_DoubleBook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L664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HasInstructorConflictAsync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265-281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Section_Create_ReturnsCreated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L153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Create (Section)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74-136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Section_Update_ReturnsUpdated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L284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Update (Section)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138-209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Course_Create_ReturnsCourse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L68 (Tests)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Create (Course)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68-102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Course_Update_ReturnsUpdated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L104 (Tests)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Update (Course)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104-147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Account_Register_Valid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L39 (Tests)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Register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40-75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Selenium Automated E2E Testing</a:t>
            </a:r>
            <a:endParaRPr lang="en-US" sz="2800" dirty="0"/>
          </a:p>
        </p:txBody>
      </p:sp>
      <p:pic>
        <p:nvPicPr>
          <p:cNvPr id="3" name="Image 0" descr="/Users/linanashbat/.gemini/antigravity/brain/51bec40f-f330-4007-924c-3635827d2836/academic_validation_minimalist_177882961988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754880"/>
            <a:ext cx="11247120" cy="14630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144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097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Auth &amp; Navigation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TC_UI_01: Admin Login Redirect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TC_UI_06: Role-Based Sidebar Visibility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TC_UI_19: Protected Route Guard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TC_UI_05: Session Logout Persistence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97680" y="9144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480560" y="1097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Administrative CRUD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480560" y="14630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TC_UI_12: Add Room Modal 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TC_UI_14: Add Course Modal Interaction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TC_UI_08: Navigation to Room Mgmt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TC_UI_09: Navigation to Catalog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91440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21040" y="10972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Orchestration UI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321040" y="146304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TC_UI_17: Master Schedule Run Button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TC_UI_18: Sidebar Collapse Animation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TC_UI_03: Credential Card Auto-fill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TC_UI_20: Password Visibility Toggle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Development Pull Request History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274320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 #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Contributor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Branch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#9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AlHakeemAlhassan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al-hakeem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Established DTO pattern for auth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#8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Ahmed Khalil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ahmed-khalil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Auth system &amp; JWT integration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#7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Ahmed Khalil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ahmed-khalil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Enrollment service &amp; test framework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#6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sanselena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serenatControllers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Department &amp; Classroom CRUD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#4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Mirsad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mirsad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Integration &amp; merge coordination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Direct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Ahmed Khalil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Course + Section API implementation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Continuous Integration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Backend Pipeline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dotnet restore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dotnet build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dotnet test --filter "Category!=UI"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Artifact: Test results export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1097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Frontend Pipeline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1463040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npm install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npm run build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Static analysis via PostCSS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Production bundle verification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914400"/>
            <a:ext cx="35661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21040" y="10972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Automation Triggers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21040" y="146304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Push to main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Pull Request created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Scheduled nightly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FINAL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47548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University Scheduling System is production-hardened with 101 tests, full RBAC security, and a complete administrative orchestrator.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</a:rPr>
              <a:t>REPOSITORY LINK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0EA5E9"/>
                </a:solidFill>
              </a:rPr>
              <a:t>https://github.com/A-Kalix/Software-Validation-Testing-Project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Scheduling System Progress Report</dc:title>
  <dc:subject>PptxGenJS Presentation</dc:subject>
  <dc:creator>Antigravity AI</dc:creator>
  <cp:lastModifiedBy>Antigravity AI</cp:lastModifiedBy>
  <cp:revision>1</cp:revision>
  <dcterms:created xsi:type="dcterms:W3CDTF">2026-05-15T07:36:53Z</dcterms:created>
  <dcterms:modified xsi:type="dcterms:W3CDTF">2026-05-15T07:36:53Z</dcterms:modified>
</cp:coreProperties>
</file>