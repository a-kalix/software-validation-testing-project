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spc="200" kern="0" dirty="0">
                <a:solidFill>
                  <a:srgbClr val="FFFFFF"/>
                </a:solidFill>
              </a:rPr>
              <a:t>UNIVERSITY SCHEDULING SYSTEM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94A3B8"/>
                </a:solidFill>
              </a:rPr>
              <a:t>PROGRESS &amp; VALIDATION REPORT</a:t>
            </a: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6601968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Project Validation Report 2026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nanashbat/.gemini/antigravity/brain/51bec40f-f330-4007-924c-3635827d2836/university_campus_minimalist_177882959308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Project Milestones &amp; Current State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4864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97280"/>
            <a:ext cx="5120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</a:rPr>
              <a:t>Infrastructure Complete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Production-hardened .NET 8 Web API backend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Semantic React frontend with centralized design system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SQLite database with fully synchronized migrations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Robust JWT-based Role-Based Access Control (RBAC)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17920" y="914400"/>
            <a:ext cx="54864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0" y="1097280"/>
            <a:ext cx="5120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</a:rPr>
              <a:t>Feature Parity Achieved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0" y="146304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Admin: Full Course, Room, and Department CRUD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Instructor: Dedicated Class Rosters &amp; Scheduling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Student: Real-time Section Enrollment &amp; Scheduling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Automated Scheduling Engine &amp; Publishing Pipeline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Architectural Repository Structure</a:t>
            </a:r>
            <a:endParaRPr lang="en-US" sz="2800" dirty="0"/>
          </a:p>
        </p:txBody>
      </p:sp>
      <p:pic>
        <p:nvPicPr>
          <p:cNvPr id="3" name="Image 0" descr="/Users/linanashbat/.gemini/antigravity/brain/51bec40f-f330-4007-924c-3635827d2836/system_architecture_abstract_177882960742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0" y="914400"/>
            <a:ext cx="3931920" cy="530352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14400"/>
            <a:ext cx="68580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</a:rPr>
              <a:t>Backend Layer (.NET 8)
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  /Controllers: Business logic &amp; RBAC enforcement
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  /Models: Entity definitions (User, Course, Section, Room)
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  /Data: DbContext &amp; Migration history
</a:t>
            </a:r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</a:rPr>
              <a:t>Frontend Layer (React)
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  /services: Axios clients &amp; interceptors
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  /pages: Role-specific portals (Login, Dashboard, Catalog)
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  /components: Reusable semantic UI elements
</a:t>
            </a:r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</a:rPr>
              <a:t>Testing Suites
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  /Backend.Tests: 81 Unit/Integration tests
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  /Backend.Tests.UI: 20 Selenium E2E tests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Validation &amp; Verification Strategy</a:t>
            </a:r>
            <a:endParaRPr lang="en-US" sz="2800" dirty="0"/>
          </a:p>
        </p:txBody>
      </p:sp>
      <p:pic>
        <p:nvPicPr>
          <p:cNvPr id="3" name="Image 0" descr="/Users/linanashbat/.gemini/antigravity/brain/51bec40f-f330-4007-924c-3635827d2836/academic_validation_minimalist_177882961988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4754880"/>
            <a:ext cx="11247120" cy="14630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91440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40080" y="109728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</a:rPr>
              <a:t>White Box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Internal branch logic verification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Role scoping coverage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Scheduling conflict logic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Prerequisite validation paths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383280" y="91440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566160" y="109728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</a:rPr>
              <a:t>Black Box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566160" y="146304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API Contract validation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HTTP Status code verification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End-to-end user flows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Authentication boundary tests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09360" y="91440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92240" y="109728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</a:rPr>
              <a:t>BVA &amp; EP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492240" y="146304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Boundary Value Analysis on Room Capacity (n-1 vs n)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Equivalence Partitioning for Enrollment Status strings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235440" y="914400"/>
            <a:ext cx="24688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418320" y="1097280"/>
            <a:ext cx="2103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</a:rPr>
              <a:t>Selenium UI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418320" y="1463040"/>
            <a:ext cx="21031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Full automated browser interaction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Cross-role navigation testing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Toast notification validation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Deep Traceability: Enrollment Controller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274320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Test Case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Test File Line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Target Method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Target Lines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Enroll_ReturnsCreated_WhenValid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L121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Enroll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78-132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Enroll_ReturnsConflict_Duplicate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L141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Enroll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94-100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Enroll_ReturnsBadRequest_Draft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L166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Enroll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90-91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Enroll_Succeeds_Capacity_BVA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L185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Enroll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103-105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Enroll_Unprocessable_PrereqMissing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L243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Enroll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108-116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GetAll_Student_Ownership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L342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GetAll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42-46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UpdateStatus_Valid_EP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L402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UpdateStatus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135-161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Delete_ReturnsNoContent_Admin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L500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Delete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165-173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Deep Traceability: Scheduling &amp; Orchestration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274320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Test Case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Test File Line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Target Method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Target Lines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RunScheduler_ReturnsOk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L100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RunAutoScheduler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27-121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RunScheduler_PreservesPublished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L121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RunAutoScheduler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50-52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RunScheduler_ClearsDrafts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L151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RunAutoScheduler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30-35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Publish_ReturnsOk_SetsIsPublished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L240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PublishSchedule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124-146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GetStatus_ReturnsDraft_State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L284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GetSemesterStatus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160-167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GetStatus_ReturnsPartial_Mixed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L326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GetSemesterStatus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160-167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GetStatus_IgnoresOtherSemesters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L360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GetSemesterStatus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151-153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Selenium Automated E2E Testing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657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9728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</a:rPr>
              <a:t>Auth &amp; Navigation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291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TC_UI_01: Admin Login Redirect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TC_UI_06: Role-Based Sidebar Visibility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TC_UI_19: Protected Route Guard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TC_UI_05: Session Logout Persistence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97680" y="914400"/>
            <a:ext cx="3657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480560" y="109728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</a:rPr>
              <a:t>Administrative CRUD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480560" y="1463040"/>
            <a:ext cx="3291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TC_UI_12: Add Room Modal Flow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TC_UI_14: Add Course Modal Interaction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TC_UI_08: Navigation to Room Mgmt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TC_UI_09: Navigation to Catalog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38160" y="914400"/>
            <a:ext cx="35661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321040" y="109728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</a:rPr>
              <a:t>Orchestration UI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21040" y="1463040"/>
            <a:ext cx="3200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TC_UI_17: Master Schedule Run Button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TC_UI_18: Sidebar Collapse Animation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TC_UI_03: Credential Card Auto-fill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TC_UI_20: Password Visibility Toggle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Development Collaboration History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112471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286000"/>
                <a:gridCol w="2743200"/>
                <a:gridCol w="5303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PR #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Contributor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Branch / Role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Project Impact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#10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Fulya H. Aykıt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Admin / Management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Project oversight &amp; Administrative orchestration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#9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Al-Hakeem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al-hakeem / DTOs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Established DTO pattern and Authentication scaffolding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#8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Ahmed Khalil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ahmed-khalil / Lead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Auth system, JWT integration, and Design system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#7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Ahmed Khalil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ahmed-khalil / Tests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Enrollment service and Software Validation framework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#6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Serenat Varol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serenatControllers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Department &amp; Classroom CRUD implementation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#5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Kübra Laçin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kubra-lacin / Validation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Software testing support and verification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#4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mirsat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mirsat / Coordination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Merge coordination and integration testing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Direct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Tolga Topçu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main / Tech Support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Technical support and infrastructure maintenance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Continuous Integration Workflow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6576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9728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</a:rPr>
              <a:t>Backend Pipeline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29184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dotnet restore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dotnet build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dotnet test --filter "Category!=UI"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Artifact: Test results export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97680" y="914400"/>
            <a:ext cx="36576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480560" y="109728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</a:rPr>
              <a:t>Frontend Pipeline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480560" y="1463040"/>
            <a:ext cx="329184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npm install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npm run build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Static analysis via PostCSS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Production bundle verification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38160" y="914400"/>
            <a:ext cx="356616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321040" y="109728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</a:rPr>
              <a:t>Automation Triggers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21040" y="1463040"/>
            <a:ext cx="320040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Push to main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Pull Request created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Scheduled nightly validation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SRS Traceability Summary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112471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  <a:gridCol w="365760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SRS ID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Description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Test Coverage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REQ-01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Registration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UT-001, UI-TC-15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REQ-02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Auth / Login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UT-001, UI-TC-01, 05, 20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REQ-04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Enrollment Logic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UT-055, 056, 066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REQ-08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Course Catalog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UT-005, UI-TC-09, 13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REQ-11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Auto-Scheduling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UT-071, UI-TC-17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REQ-12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Publishing Pipeline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UT-076, 080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A5E9"/>
                </a:solidFill>
              </a:rPr>
              <a:t>FINAL 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475488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The University Scheduling System is production-hardened with 101 tests, full RBAC security, and a complete administrative orchestrator.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</a:rPr>
              <a:t>REPOSITORY LINK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u="sng" dirty="0">
                <a:solidFill>
                  <a:srgbClr val="0EA5E9"/>
                </a:solidFill>
              </a:rPr>
              <a:t>https://github.com/A-Kalix/Software-Validation-Testing-Project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Scheduling System Progress Report</dc:title>
  <dc:subject>PptxGenJS Presentation</dc:subject>
  <dc:creator>Antigravity AI</dc:creator>
  <cp:lastModifiedBy>Antigravity AI</cp:lastModifiedBy>
  <cp:revision>1</cp:revision>
  <dcterms:created xsi:type="dcterms:W3CDTF">2026-05-15T07:42:20Z</dcterms:created>
  <dcterms:modified xsi:type="dcterms:W3CDTF">2026-05-15T07:42:20Z</dcterms:modified>
</cp:coreProperties>
</file>