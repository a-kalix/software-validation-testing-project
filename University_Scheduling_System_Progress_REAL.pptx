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</a:rPr>
              <a:t>UNIVERSITY SCHEDULING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4A3B8"/>
                </a:solidFill>
              </a:rPr>
              <a:t>PROGRESS &amp; VALIDATION REPORT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60196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Project Validation Report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anashbat/.gemini/antigravity/brain/51bec40f-f330-4007-924c-3635827d2836/university_campus_minimalist_177882959308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Milestones &amp; Current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Infrastructure Complete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Production-hardened .NET 8 Web API backend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Semantic React frontend with centralized design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SQLite database with fully synchronized migrations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Robust JWT-based Role-Based Access Control (RBAC)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097280"/>
            <a:ext cx="5120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Feature Parity Achieved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Admin: Full Course, Room, and Department CRUD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Instructor: Dedicated Class Rosters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Student: Real-time Section Enrollment &amp; Scheduling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Automated Scheduling Engine &amp; Publishing Pipeline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Development Collaboration History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Contributor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Primary Role / Actual Work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Project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Fulya H. Aykıt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Project 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Administrative orchestration and team coordination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Ahmed Khalil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Technical Lead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Core architecture, CI/CD, and Backend/Frontend integration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Al-Hakeem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Backend Developer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Enrollment controller, DTO architecture, and Identity logic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Serenat Varol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Backend Developer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Department and Classroom management implementation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Kübra Laçin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UI &amp; Documentation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Initial frontend scaffolding and technical documentation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mirsat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Integration 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Merge coordination and branch maintenance (mirsad branch)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Tolga Topçu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Technical 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Infrastructure oversight and technical verification 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Architectural Repository Structure</a:t>
            </a:r>
            <a:endParaRPr lang="en-US" sz="2800" dirty="0"/>
          </a:p>
        </p:txBody>
      </p:sp>
      <p:pic>
        <p:nvPicPr>
          <p:cNvPr id="3" name="Image 0" descr="/Users/linanashbat/.gemini/antigravity/brain/51bec40f-f330-4007-924c-3635827d2836/system_architecture_abstract_17788296074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914400"/>
            <a:ext cx="3931920" cy="53035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8580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Backend Layer (.NET 8)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/Controllers: Business logic &amp; RBAC enforcement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/Models: Entity definitions (User, Course, Section, Room)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/Data: DbContext &amp; Migration history
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Frontend Layer (React)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/services: Axios clients &amp; interceptors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/pages: Role-specific portals (Login, Dashboard, Catalog)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/components: Reusable semantic UI elements
</a:t>
            </a:r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Testing Suites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/Backend.Tests: 81 Unit/Integration tests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/Backend.Tests.UI: 20 Selenium E2E tests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Enrollment Controller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Enroll_ReturnsCreated_WhenValid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78-132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Enroll_ReturnsConflict_Duplicate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94-100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Enroll_ReturnsBadRequest_Draft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L166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90-91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Enroll_Succeeds_Capacity_BVA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103-105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Enroll_Unprocessable_PrereqMissing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L243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108-116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GetAll_Student_Ownership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L342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42-46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UpdateStatus_Valid_EP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L402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UpdateStatus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135-161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Delete_ReturnsNoContent_Admin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165-173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Traceability: Scheduling &amp; Orchestration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7432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File 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Lines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RunScheduler_ReturnsOk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27-121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RunScheduler_PreservesPublished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L121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50-52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RunScheduler_ClearsDrafts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L151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RunAutoScheduler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30-35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Publish_ReturnsOk_SetsIsPublished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PublishSchedule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124-146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GetStatus_ReturnsDraft_State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L284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160-167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GetStatus_ReturnsPartial_Mixed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160-167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GetStatus_IgnoresOtherSemesters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L360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GetSemesterStatus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151-153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Selenium Automated E2E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Auth &amp; Navigation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TC_UI_01: Admin Login Redirect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TC_UI_06: Role-Based Sidebar Visibility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TC_UI_19: Protected Route Guard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TC_UI_05: Session Logout Persistence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Administrative CRUD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TC_UI_12: Add Room Modal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TC_UI_14: Add Course Modal Interaction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TC_UI_08: Navigation to Room Mgmt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TC_UI_09: Navigation to Catalog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91440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097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Orchestration UI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TC_UI_17: Master Schedule Run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TC_UI_18: Sidebar Collapse Animation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TC_UI_03: Credential Card Auto-fill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TC_UI_20: Password Visibility Toggle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Continuous Integration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Backend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restore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dotnet test --filter "Category!=UI"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Artifact: Test results export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097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Frontend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npm install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npm run 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Static analysis via PostCSS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Production bundle verification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9144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1097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Automation Triggers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Push to main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Pull Request created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Scheduled nightly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SRS Traceability Summary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6576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SRS 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Coverage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Registration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UT-001, UI-TC-15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Auth / Login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UT-001, UI-TC-01, 05, 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Enrollment Logic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UT-055, 056, 066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Course Catalog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UT-005, UI-TC-09, 13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Auto-Scheduling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UT-071, UI-TC-17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REQ-12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Publishing Pipeline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UT-076, 080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FINAL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4754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University Scheduling System is production-hardened with 101 tests, full RBAC security, and a complete administrative orchestrator.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REPOSITORY LINK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EA5E9"/>
                </a:solidFill>
              </a:rPr>
              <a:t>https://github.com/A-Khalix/Software-Validation-Testing-Project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Scheduling System Progress Report</dc:title>
  <dc:subject>PptxGenJS Presentation</dc:subject>
  <dc:creator>Antigravity AI</dc:creator>
  <cp:lastModifiedBy>Antigravity AI</cp:lastModifiedBy>
  <cp:revision>1</cp:revision>
  <dcterms:created xsi:type="dcterms:W3CDTF">2026-05-15T07:46:34Z</dcterms:created>
  <dcterms:modified xsi:type="dcterms:W3CDTF">2026-05-15T07:46:34Z</dcterms:modified>
</cp:coreProperties>
</file>